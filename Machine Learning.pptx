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DM Sans Medium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font" Target="fonts/DMSansMedium-bold.fntdata"/><Relationship Id="rId12" Type="http://schemas.openxmlformats.org/officeDocument/2006/relationships/font" Target="fonts/DMSansMedium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Medium-boldItalic.fntdata"/><Relationship Id="rId14" Type="http://schemas.openxmlformats.org/officeDocument/2006/relationships/font" Target="fonts/DMSansMedium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3004244"/>
            <a:ext cx="640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Comprehensive Technical Introduction for Engineering Internship Candidates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99594"/>
            <a:ext cx="64008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Arpit Tripathi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01455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CSE B.Tech III Year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882455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Shri Ramswaroop Memorial College of Engineering &amp; Management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263455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Roll No: 2401220100075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644455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Gmail- Arpittripathi4115@gmail.com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832544"/>
            <a:ext cx="672084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</a:t>
            </a:r>
            <a:endParaRPr/>
          </a:p>
        </p:txBody>
      </p:sp>
      <p:pic>
        <p:nvPicPr>
          <p:cNvPr id="92" name="Google Shape;92;p13" title="Arpit_Tripathi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9650" y="2052325"/>
            <a:ext cx="2768000" cy="27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4955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Machine Learning is not a standalone field but a critical subset of Artificial Intelligence (AI) that focuses on data-driven improvement.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6004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AI: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Systems designed to mimic human logic and decision-making.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3529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Algorithms that learn patterns from data without explicit programming.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1054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Complex neural networks for high-dimensional data abstraction.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28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05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577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AI Landscape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208597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Hierarchical Relationship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0250"/>
            <a:ext cx="53340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0250"/>
            <a:ext cx="533400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57250" y="35623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Real-world data is messy. Preprocessing accounts for roughly 80% of the entire ML pipeline.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72250" y="35623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industry standard for data manipulation in Python.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3907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81075" y="43148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47750" y="43148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Handling missing values (NaNs).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81075" y="4762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47750" y="47625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Feature Scaling and Normalization.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81075" y="5210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7750" y="52101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Categorical Encoding (One-Hot).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23907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696075" y="43148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62750" y="43148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DataFrame: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2D mutable tabular structure.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96075" y="4762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762750" y="47625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Series: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1D labeled array.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96075" y="5210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762750" y="52101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Vectorized operations for high performance.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Data: The Fuel for ML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57250" y="3028950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Preparation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572250" y="3028950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Pandas Library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4562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14562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14562"/>
            <a:ext cx="3492549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857250" y="3776662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Learning from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labeled data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The model predicts outputs for new inputs based on previous input-output pairs.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57250" y="5138737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Ex: Spam Detection.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635549" y="3776662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Finding underlying patterns in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unlabeled data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Primarily used for clustering, grouping, and anomaly detection.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635549" y="5138737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Ex: Customer Segments.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13849" y="377666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Learning optimal actions through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trial and error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using a delayed system of rewards and penalties.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413849" y="4833937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Ex: Game-playing AI.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6050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6050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605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Paradigms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57250" y="3243262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Supervised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635549" y="3243262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Unsupervised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413849" y="3243262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Reinforcement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1612"/>
            <a:ext cx="53340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71612"/>
            <a:ext cx="53340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57250" y="303371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Used when predicting discrete categorical labels (e.g., Pass/Fail).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72250" y="303371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Used when predicting continuous numerical values (e.g., Prices).</a:t>
            </a:r>
            <a:endParaRPr/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1862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81075" y="37861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47750" y="3786187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Accuracy: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Overall percentage of correct predictions.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81075" y="4538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47750" y="45386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Precision: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Accuracy of positive predictions.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81075" y="4986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47750" y="4986337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Recall (Sensitivity):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Ability to find all positive instances.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81075" y="57388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47750" y="573881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F1-Score: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Harmonic mean of Precision and Recall.</a:t>
            </a:r>
            <a:endParaRPr/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1862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6696075" y="37861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762750" y="3786187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MSE &amp; RMSE: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Penalizes larger prediction errors heavily by squaring them.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696075" y="4538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762750" y="4538662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Mean Absolute Error (average magnitude of errors).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696075" y="52911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762750" y="5291137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R-Squared (R²):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proportion of variance in the dependent variable explained by the model.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71500" y="3857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Evaluation Metrics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571500" y="10525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857250" y="2500312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Metrics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572250" y="2500312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Regression Metrics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4550"/>
            <a:ext cx="3492549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2485" y="2021681"/>
            <a:ext cx="3667176" cy="3900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4550"/>
            <a:ext cx="3492549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857250" y="4019550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model is too simplistic to capture the underlying patterns in the data. It performs poorly on both the training and testing datasets.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562523" y="3661886"/>
            <a:ext cx="3067101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sweet spot. The model successfully captures the true signal without memorizing the noise, leading to robust generalization on unseen data.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413849" y="4019550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model is overly complex and memorizes the training data's noise. It performs exceptionally well on training data but fails drastically on new data.</a:t>
            </a:r>
            <a:endParaRPr/>
          </a:p>
        </p:txBody>
      </p:sp>
      <p:pic>
        <p:nvPicPr>
          <p:cNvPr descr="image.png" id="197" name="Google Shape;1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5050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2523" y="2431732"/>
            <a:ext cx="350043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5050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Bias-Variance Tradeoff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571500" y="1238250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857250" y="3143250"/>
            <a:ext cx="306710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Underfitting (High Bias)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562523" y="3101816"/>
            <a:ext cx="3220456" cy="36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Optimal Fit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413849" y="3143250"/>
            <a:ext cx="306710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Overfitting (High Variance)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